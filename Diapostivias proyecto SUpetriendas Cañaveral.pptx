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39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291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BASES DE DATOS  ·  UNIVERSIDAD DEL VALLE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Supertiendas Cañaveral S.A.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implementation y explotación de una base de datos relacional en PostgreSQL,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aplicación web en Django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4532D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0" name="Text 8"/>
          <p:cNvSpPr/>
          <p:nvPr/>
        </p:nvSpPr>
        <p:spPr>
          <a:xfrm>
            <a:off x="1097280" y="4794628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Vargas Valderruten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202537761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60866" y="4794628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— Grupo 9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4681728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99563" y="4794628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Susana Medina Gordillo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38260" y="4681728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21932" y="4818888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07 / 2026</a:t>
            </a:r>
            <a:endParaRPr lang="en-US" sz="1150" dirty="0"/>
          </a:p>
        </p:txBody>
      </p:sp>
      <p:pic>
        <p:nvPicPr>
          <p:cNvPr id="1030" name="Picture 6" descr="No encuentro un producto - Supertiendas Cañaveral">
            <a:extLst>
              <a:ext uri="{FF2B5EF4-FFF2-40B4-BE49-F238E27FC236}">
                <a16:creationId xmlns:a16="http://schemas.microsoft.com/office/drawing/2014/main" id="{E05E63F2-17AD-4802-AD40-155E2E719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080" y="494220"/>
            <a:ext cx="19050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EMPRESA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Supertiendas Cañaveral S.A.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supermercados real, con presencia regional en el Valle del Cauca. Vende productos de consumo masivo —alimentos frescos, abarrotes, aseo, licores y variedades— tanto al detal como al por mayor, y compite además con marca propia.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7345680" y="182880"/>
            <a:ext cx="4206240" cy="6567544"/>
          </a:xfrm>
          <a:prstGeom prst="roundRect">
            <a:avLst>
              <a:gd name="adj" fmla="val 2174"/>
            </a:avLst>
          </a:prstGeom>
          <a:solidFill>
            <a:srgbClr val="0E3A20"/>
          </a:solidFill>
          <a:ln/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016240" y="5074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EN EL VALLE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80960" y="113842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7618207" y="19065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en total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824395" y="2470225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22" name="Text 17"/>
          <p:cNvSpPr/>
          <p:nvPr/>
        </p:nvSpPr>
        <p:spPr>
          <a:xfrm>
            <a:off x="7618207" y="330327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en Cali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824395" y="3890951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24" name="Text 19"/>
          <p:cNvSpPr/>
          <p:nvPr/>
        </p:nvSpPr>
        <p:spPr>
          <a:xfrm>
            <a:off x="7618207" y="47529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otras ciudades del Valle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618207" y="5465064"/>
            <a:ext cx="3474720" cy="0"/>
          </a:xfrm>
          <a:prstGeom prst="line">
            <a:avLst/>
          </a:prstGeom>
          <a:noFill/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6" name="Text 21"/>
          <p:cNvSpPr/>
          <p:nvPr/>
        </p:nvSpPr>
        <p:spPr>
          <a:xfrm>
            <a:off x="7680960" y="57195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C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Palmira · Jamundí · Candelaria · Buga · Tuluá · Zarzal · Roldanillo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EMPRESA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flujos sostienen la operación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aquí se derivó el diseño de las 16 tablas del modelo.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80310" cy="356616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2480310" cy="82296"/>
          </a:xfrm>
          <a:prstGeom prst="roundRect">
            <a:avLst/>
          </a:prstGeom>
          <a:solidFill>
            <a:srgbClr val="14532D"/>
          </a:solidFill>
          <a:ln/>
        </p:spPr>
      </p:sp>
      <p:sp>
        <p:nvSpPr>
          <p:cNvPr id="7" name="Shape 5"/>
          <p:cNvSpPr/>
          <p:nvPr/>
        </p:nvSpPr>
        <p:spPr>
          <a:xfrm>
            <a:off x="1514475" y="251460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8" name="Image 0" descr="assets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67" y="267919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1747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2023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840480"/>
            <a:ext cx="193167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un proveedor y se le emite una orden de pedido. Al recibirla, sus unidades entran al inventario de una sede.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38678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40430" y="2148840"/>
            <a:ext cx="2480310" cy="356616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0430" y="2148840"/>
            <a:ext cx="2480310" cy="82296"/>
          </a:xfrm>
          <a:prstGeom prst="roundRect">
            <a:avLst/>
          </a:prstGeom>
          <a:solidFill>
            <a:srgbClr val="14532D"/>
          </a:solidFill>
          <a:ln/>
        </p:spPr>
      </p:sp>
      <p:sp>
        <p:nvSpPr>
          <p:cNvPr id="15" name="Shape 12"/>
          <p:cNvSpPr/>
          <p:nvPr/>
        </p:nvSpPr>
        <p:spPr>
          <a:xfrm>
            <a:off x="4314825" y="251460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6" name="Image 1" descr="assets/icons/c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17" y="267919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1782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69030" y="3429000"/>
            <a:ext cx="2023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14750" y="3840480"/>
            <a:ext cx="193167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compra en tienda; se calcula el IVA por ítem y se emite la Factura Electrónica de Venta con numeración DIAN.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39028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240780" y="2148840"/>
            <a:ext cx="2480310" cy="356616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40780" y="2148840"/>
            <a:ext cx="2480310" cy="82296"/>
          </a:xfrm>
          <a:prstGeom prst="roundRect">
            <a:avLst/>
          </a:prstGeom>
          <a:solidFill>
            <a:srgbClr val="14532D"/>
          </a:solidFill>
          <a:ln/>
        </p:spPr>
      </p:sp>
      <p:sp>
        <p:nvSpPr>
          <p:cNvPr id="23" name="Shape 19"/>
          <p:cNvSpPr/>
          <p:nvPr/>
        </p:nvSpPr>
        <p:spPr>
          <a:xfrm>
            <a:off x="7115175" y="251460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4" name="Image 2" descr="assets/icons/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67" y="267919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1817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69380" y="3429000"/>
            <a:ext cx="2023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515100" y="3840480"/>
            <a:ext cx="193167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tiene existencias y demanda propias por sede. De ahí se calculan los días de stock.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739378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041130" y="2148840"/>
            <a:ext cx="2480310" cy="356616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41130" y="2148840"/>
            <a:ext cx="2480310" cy="82296"/>
          </a:xfrm>
          <a:prstGeom prst="roundRect">
            <a:avLst/>
          </a:prstGeom>
          <a:solidFill>
            <a:srgbClr val="14532D"/>
          </a:solidFill>
          <a:ln/>
        </p:spPr>
      </p:sp>
      <p:sp>
        <p:nvSpPr>
          <p:cNvPr id="31" name="Shape 26"/>
          <p:cNvSpPr/>
          <p:nvPr/>
        </p:nvSpPr>
        <p:spPr>
          <a:xfrm>
            <a:off x="9915525" y="2514600"/>
            <a:ext cx="731520" cy="7315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32" name="Image 3" descr="assets/icons/id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0117" y="2679192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01852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269730" y="3429000"/>
            <a:ext cx="2023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9315450" y="3840480"/>
            <a:ext cx="193167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frecuentes se afilian a la Tarjeta Amarilla y acumulan puntos por sus compras.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DISEÑO CONCEPTUAL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Entidad-Relación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05385" y="192938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31265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5385" y="270662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31265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5385" y="348386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31265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1663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E3A20"/>
          </a:solidFill>
          <a:ln/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3218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C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el DDL entregado: verificado restricción por restricción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C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la base de datos real (0 diferencias).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685800"/>
            <a:ext cx="5669280" cy="562356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9A813BD-554E-429F-9B39-31D3157C6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90956"/>
            <a:ext cx="5360135" cy="5518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INTEGRIDAD DE DATOS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7680" y="130302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6280" y="153162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7" name="Image 0" descr="assets/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37" y="164477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6360" y="148590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sin proveedor: imposible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6280" y="22174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idProveedor es NOT NULL con ON DELETE RESTRICT.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21480" y="130302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0080" y="153162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2" name="Image 1" descr="assets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237" y="16447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90160" y="148590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inalterable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50080" y="22174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puede anular (cambio de estado); nunca editar ni eliminar.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55280" y="130302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153162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7" name="Image 2" descr="assets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037" y="164477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148590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lógica de productos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83880" y="221742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activo = false; nunca se borra la fila física.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7680" y="331470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6280" y="354330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2" name="Image 3" descr="assets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37" y="365645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6360" y="349758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Habeas data obligatorio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16280" y="422910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 de 2012: la app no registra un cliente sin autorización.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21480" y="331470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50080" y="354330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7" name="Image 4" descr="assets/icons/perc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3237" y="3656457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90160" y="349758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excluido no se calcula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450080" y="422910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Arroz, papa, banano, carne y leche: el sistema no aplica tarifa.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955280" y="3314700"/>
            <a:ext cx="34137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83880" y="3543300"/>
            <a:ext cx="502920" cy="50292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32" name="Image 5" descr="assets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7037" y="3656457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23960" y="3497580"/>
            <a:ext cx="2316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siempre cuadra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183880" y="4229100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(total = subtotal + iva), calculado con Decimal, nunca float.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CARGA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5.599 registros, con sesgos intencionales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5.599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532D"/>
          </a:solidFill>
          <a:ln/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8105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3.194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17720" y="2606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8105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1040" y="2606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exigido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 con IA (Claude), documentados prompt a prompt en DOC_IA.md.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QUE HACEN RELEVANTES LAS CONSULTAS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25112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519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factura: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pagada · 12% pendiente · 6% anulada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325112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519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venta: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presencial · 22% en línea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01768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286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cliente: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natural · 18% jurídico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5001768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9286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inventario: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agotado · 12% crítico · 26% alerta · 58% seguro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678424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6052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 proveedores: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entre 4 y 5; unos pocos incumplidos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5678424"/>
            <a:ext cx="91440" cy="9144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6052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venta:  </a:t>
            </a: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Repartidas de forma no uniforme entre 2024 y 2025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con PL/pgSQL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asset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vistas SQL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843784"/>
            <a:ext cx="82296" cy="8229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27340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vw_dias_stock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5568" y="30449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stock, estado y acción recomendada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739896"/>
            <a:ext cx="82296" cy="8229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36301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vw_ventas_mensuales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568" y="39410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e IVA recaudado por sede y mes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4636008"/>
            <a:ext cx="82296" cy="8229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45262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vw_desempeno_proveedores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568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monto comprado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16916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0E3A20"/>
          </a:solidFill>
          <a:ln/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1965960"/>
            <a:ext cx="548640" cy="54864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19" name="Image 1" descr="assets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4" y="208940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2011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triggers automáticos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263640" y="2788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B3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trg_compra_recibida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63640" y="31089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marcar una orden de pedido como RECIBIDA, suma las unidades al inventario de la sede.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263640" y="3840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B3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trg_venta_descuenta_stock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63640" y="41605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facturar una venta, descuenta esas unidades del inventario automáticamente.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63640" y="4892040"/>
            <a:ext cx="4937760" cy="0"/>
          </a:xfrm>
          <a:prstGeom prst="line">
            <a:avLst/>
          </a:prstGeom>
          <a:noFill/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6364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C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nunca toca el stock a mano: el motor lo mantiene coherente incluso si se opera por SQL directo.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CONSULTAS DE VALIDACIÓN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consultas: 10 básicas + 10 complejas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· #3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por sede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999232"/>
            <a:ext cx="4754880" cy="1417320"/>
          </a:xfrm>
          <a:prstGeom prst="roundRect">
            <a:avLst>
              <a:gd name="adj" fmla="val 3226"/>
            </a:avLst>
          </a:prstGeom>
          <a:solidFill>
            <a:srgbClr val="12181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27248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s.nombre, COUNT(o.idOrden) facturas,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SUM(o.total) ingresos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SEDE s JOIN ORDEN o ON o.idSede=s.idSede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o.estado='PAGADA'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s.idSede, s.nombre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ingresos DESC;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Cañaveral Norte lidera con $5,6 M en 48 facturas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7373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5B30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COMPLEJA · #14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sobre el promedio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7960" y="2999232"/>
            <a:ext cx="4754880" cy="1417320"/>
          </a:xfrm>
          <a:prstGeom prst="roundRect">
            <a:avLst>
              <a:gd name="adj" fmla="val 3226"/>
            </a:avLst>
          </a:prstGeom>
          <a:solidFill>
            <a:srgbClr val="12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127248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cl.idCliente, ...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SUM(o.total) &gt; (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AVG(total_cliente) FROM (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SUM(total) total_cliente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ORDEN GROUP BY idCliente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gasto_por_cliente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clientes identificados para campañas de fidelización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7315200" cy="1508760"/>
          </a:xfrm>
          <a:prstGeom prst="roundRect">
            <a:avLst>
              <a:gd name="adj" fmla="val 6061"/>
            </a:avLst>
          </a:prstGeom>
          <a:solidFill>
            <a:srgbClr val="14532D"/>
          </a:solidFill>
          <a:ln/>
          <a:effectLst>
            <a:outerShdw blurRad="127000" dist="38100" dir="5400000" algn="bl" rotWithShape="0">
              <a:srgbClr val="8B9A91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3794760"/>
            <a:ext cx="685800" cy="685800"/>
          </a:xfrm>
          <a:prstGeom prst="ellipse">
            <a:avLst/>
          </a:prstGeom>
          <a:solidFill>
            <a:srgbClr val="0E3A20"/>
          </a:solidFill>
          <a:ln/>
        </p:spPr>
      </p:sp>
      <p:pic>
        <p:nvPicPr>
          <p:cNvPr id="8" name="Image 0" descr="assets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298" y="3938778"/>
            <a:ext cx="397764" cy="397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65960" y="4133088"/>
            <a:ext cx="659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https://github.com/Minsoullie/Supertiendas-Canaveral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65960" y="45537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· DOC_IA.md · sql/ · docs/mer.png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SUPERTIENDAS CAÑAVERAL S.A.  ·  PROYECTO DE BASES DE DATOS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931</Words>
  <Application>Microsoft Office PowerPoint</Application>
  <PresentationFormat>Panorámica</PresentationFormat>
  <Paragraphs>142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Vargas</cp:lastModifiedBy>
  <cp:revision>3</cp:revision>
  <dcterms:created xsi:type="dcterms:W3CDTF">2026-07-14T02:53:07Z</dcterms:created>
  <dcterms:modified xsi:type="dcterms:W3CDTF">2026-07-14T03:52:45Z</dcterms:modified>
</cp:coreProperties>
</file>